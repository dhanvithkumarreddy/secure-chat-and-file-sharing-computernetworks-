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40" d="100"/>
          <a:sy n="40" d="100"/>
        </p:scale>
        <p:origin x="1684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5/11/2026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5/11/2026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5/11/2026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5/11/2026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5/11/2026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5/11/2026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5/11/2026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5/11/2026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5/11/2026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349E4-CC7C-868A-C0AA-A2B80FCFD5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Secure Chat Application with Encryption and File Sharing</a:t>
            </a:r>
            <a:br>
              <a:rPr lang="en-US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4BAEDC-BDAA-D7D6-7DAE-C9DC7C7705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C Dhanvith kumar reddy – 2403110</a:t>
            </a:r>
          </a:p>
          <a:p>
            <a:r>
              <a:rPr lang="en-IN" dirty="0"/>
              <a:t>Dasarapalli Nikesh Paul - 2403114</a:t>
            </a:r>
          </a:p>
        </p:txBody>
      </p:sp>
    </p:spTree>
    <p:extLst>
      <p:ext uri="{BB962C8B-B14F-4D97-AF65-F5344CB8AC3E}">
        <p14:creationId xmlns:p14="http://schemas.microsoft.com/office/powerpoint/2010/main" val="1082023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3809-6A06-2BD9-1E19-A23ED248F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DCB7E-E4AB-3DD3-5DF1-CBEB1914ED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project is a secure LAN-based multi-client communication system.</a:t>
            </a:r>
          </a:p>
          <a:p>
            <a:pPr marL="0" indent="0">
              <a:buNone/>
            </a:pPr>
            <a:r>
              <a:rPr lang="en-US" dirty="0"/>
              <a:t>Main goals:</a:t>
            </a:r>
          </a:p>
          <a:p>
            <a:pPr fontAlgn="base"/>
            <a:r>
              <a:rPr lang="en-US" dirty="0"/>
              <a:t>Secure communication</a:t>
            </a:r>
          </a:p>
          <a:p>
            <a:pPr fontAlgn="base"/>
            <a:r>
              <a:rPr lang="en-US" dirty="0"/>
              <a:t> Multi-client support</a:t>
            </a:r>
          </a:p>
          <a:p>
            <a:pPr fontAlgn="base"/>
            <a:r>
              <a:rPr lang="en-US" dirty="0"/>
              <a:t> File sharing</a:t>
            </a:r>
          </a:p>
          <a:p>
            <a:pPr fontAlgn="base"/>
            <a:r>
              <a:rPr lang="en-US" dirty="0"/>
              <a:t> Private messaging</a:t>
            </a:r>
          </a:p>
          <a:p>
            <a:pPr fontAlgn="base"/>
            <a:r>
              <a:rPr lang="en-US" dirty="0"/>
              <a:t> Real-time communication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768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11D4F-FED8-C75E-222B-C24C20544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E6DB5-5778-A387-ABD8-D9E82E3C1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 Implement client-server communication using TCP sockets</a:t>
            </a:r>
          </a:p>
          <a:p>
            <a:pPr fontAlgn="base"/>
            <a:r>
              <a:rPr lang="en-US" dirty="0"/>
              <a:t> Add encrypted messaging</a:t>
            </a:r>
          </a:p>
          <a:p>
            <a:pPr fontAlgn="base"/>
            <a:r>
              <a:rPr lang="en-US" dirty="0"/>
              <a:t> Support multiple users simultaneously</a:t>
            </a:r>
          </a:p>
          <a:p>
            <a:pPr fontAlgn="base"/>
            <a:r>
              <a:rPr lang="en-US" dirty="0"/>
              <a:t> Enable file transfer</a:t>
            </a:r>
          </a:p>
          <a:p>
            <a:pPr fontAlgn="base"/>
            <a:r>
              <a:rPr lang="en-US" dirty="0"/>
              <a:t> Demonstrate networking and security concepts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3618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F1704-786E-DDE1-71AF-04497A914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E5A69-2EC1-A6FF-E4AC-D323488114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IN" dirty="0"/>
              <a:t>Python</a:t>
            </a:r>
          </a:p>
          <a:p>
            <a:pPr fontAlgn="base"/>
            <a:r>
              <a:rPr lang="en-IN" dirty="0"/>
              <a:t>TCP Socket Programming</a:t>
            </a:r>
          </a:p>
          <a:p>
            <a:pPr fontAlgn="base"/>
            <a:r>
              <a:rPr lang="en-IN" dirty="0"/>
              <a:t> Threading</a:t>
            </a:r>
          </a:p>
          <a:p>
            <a:pPr fontAlgn="base"/>
            <a:r>
              <a:rPr lang="en-IN" dirty="0"/>
              <a:t> Fernet Encryption</a:t>
            </a:r>
          </a:p>
          <a:p>
            <a:pPr fontAlgn="base"/>
            <a:r>
              <a:rPr lang="en-IN" dirty="0"/>
              <a:t> AES-based cryptography</a:t>
            </a:r>
          </a:p>
          <a:p>
            <a:pPr fontAlgn="base"/>
            <a:r>
              <a:rPr lang="en-IN" dirty="0"/>
              <a:t> LAN networking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0597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C2E80-3BFF-850A-9721-B5676455A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165AC-5B19-8CB5-A439-5CE196B9D0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IN" dirty="0"/>
              <a:t>Client-Server Architecture</a:t>
            </a:r>
          </a:p>
          <a:p>
            <a:pPr fontAlgn="base"/>
            <a:r>
              <a:rPr lang="en-IN" dirty="0"/>
              <a:t>Clients connect to central server.</a:t>
            </a:r>
          </a:p>
          <a:p>
            <a:pPr marL="0" indent="0" fontAlgn="base">
              <a:buNone/>
            </a:pPr>
            <a:r>
              <a:rPr lang="en-IN" dirty="0"/>
              <a:t>Server handles:</a:t>
            </a:r>
          </a:p>
          <a:p>
            <a:pPr fontAlgn="base"/>
            <a:r>
              <a:rPr lang="en-IN" dirty="0"/>
              <a:t> Message routing</a:t>
            </a:r>
          </a:p>
          <a:p>
            <a:pPr fontAlgn="base"/>
            <a:r>
              <a:rPr lang="en-IN" dirty="0"/>
              <a:t> User management</a:t>
            </a:r>
          </a:p>
          <a:p>
            <a:pPr fontAlgn="base"/>
            <a:r>
              <a:rPr lang="en-IN" dirty="0"/>
              <a:t>File forwarding</a:t>
            </a:r>
          </a:p>
          <a:p>
            <a:pPr fontAlgn="base"/>
            <a:r>
              <a:rPr lang="en-IN" dirty="0"/>
              <a:t>Notifications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85262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103E8-8BD4-6059-6CA7-7D6BA59DD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</a:t>
            </a:r>
            <a:r>
              <a:rPr lang="en-IN" dirty="0" err="1"/>
              <a:t>Tcp</a:t>
            </a:r>
            <a:r>
              <a:rPr lang="en-IN" dirty="0"/>
              <a:t> was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C2B67-2D43-8867-EAA8-2F5E8B579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TCP provides:</a:t>
            </a:r>
          </a:p>
          <a:p>
            <a:pPr fontAlgn="base"/>
            <a:r>
              <a:rPr lang="en-US" dirty="0"/>
              <a:t> Reliable communication</a:t>
            </a:r>
          </a:p>
          <a:p>
            <a:pPr fontAlgn="base"/>
            <a:r>
              <a:rPr lang="en-US" dirty="0"/>
              <a:t> Ordered delivery</a:t>
            </a:r>
          </a:p>
          <a:p>
            <a:pPr fontAlgn="base"/>
            <a:r>
              <a:rPr lang="en-US" dirty="0"/>
              <a:t> Error checking</a:t>
            </a:r>
          </a:p>
          <a:p>
            <a:pPr fontAlgn="base"/>
            <a:r>
              <a:rPr lang="en-US" dirty="0"/>
              <a:t> Retransmission of lost packets</a:t>
            </a:r>
            <a:br>
              <a:rPr lang="en-US" dirty="0"/>
            </a:br>
            <a:endParaRPr lang="en-US" dirty="0"/>
          </a:p>
          <a:p>
            <a:pPr fontAlgn="base"/>
            <a:r>
              <a:rPr lang="en-US" dirty="0"/>
              <a:t>More suitable than UDP for chat and file transfer.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8160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52DFE-4B45-C64D-1619-29FE18417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threading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478E1-273E-123C-0348-E2E742CB49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Each connected client gets a separate thread.</a:t>
            </a:r>
            <a:br>
              <a:rPr lang="en-US" dirty="0"/>
            </a:br>
            <a:endParaRPr lang="en-US" dirty="0"/>
          </a:p>
          <a:p>
            <a:pPr fontAlgn="base"/>
            <a:r>
              <a:rPr lang="en-US" dirty="0"/>
              <a:t>Benefits:</a:t>
            </a:r>
          </a:p>
          <a:p>
            <a:pPr fontAlgn="base"/>
            <a:r>
              <a:rPr lang="en-US" dirty="0"/>
              <a:t>Multiple users can communicate simultaneously</a:t>
            </a:r>
          </a:p>
          <a:p>
            <a:pPr fontAlgn="base"/>
            <a:r>
              <a:rPr lang="en-US" dirty="0"/>
              <a:t>Server handles many clients concurrently</a:t>
            </a:r>
          </a:p>
          <a:p>
            <a:pPr fontAlgn="base"/>
            <a:r>
              <a:rPr lang="en-US" dirty="0"/>
              <a:t>Improves responsiveness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101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7073E-E404-E0CA-4217-8EE55E846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encyption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19D70-2756-51F9-D6D0-D59219AD5C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IN" dirty="0"/>
              <a:t>Project uses Fernet encryption.</a:t>
            </a:r>
          </a:p>
          <a:p>
            <a:pPr fontAlgn="base"/>
            <a:r>
              <a:rPr lang="en-IN" dirty="0"/>
              <a:t>Fernet internally uses AES-based symmetric encryption.</a:t>
            </a:r>
            <a:br>
              <a:rPr lang="en-IN" dirty="0"/>
            </a:br>
            <a:endParaRPr lang="en-IN" dirty="0"/>
          </a:p>
          <a:p>
            <a:pPr fontAlgn="base"/>
            <a:r>
              <a:rPr lang="en-IN" dirty="0"/>
              <a:t>Process:</a:t>
            </a:r>
          </a:p>
          <a:p>
            <a:pPr fontAlgn="base"/>
            <a:r>
              <a:rPr lang="en-IN" dirty="0"/>
              <a:t>Plain Text → Encryption → Transmission → Decryption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3121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DE95C-B208-12B1-644E-71667AACF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How Encryption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7DFC65-59C7-EEB4-4DD8-BD5253426E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Message: hi</a:t>
            </a:r>
          </a:p>
          <a:p>
            <a:pPr marL="0" indent="0" fontAlgn="base">
              <a:buNone/>
            </a:pPr>
            <a:r>
              <a:rPr lang="en-US" dirty="0"/>
              <a:t>        ↓</a:t>
            </a:r>
          </a:p>
          <a:p>
            <a:pPr fontAlgn="base"/>
            <a:r>
              <a:rPr lang="en-US" dirty="0"/>
              <a:t>Converted into binary</a:t>
            </a:r>
          </a:p>
          <a:p>
            <a:pPr marL="0" indent="0" fontAlgn="base">
              <a:buNone/>
            </a:pPr>
            <a:r>
              <a:rPr lang="en-US" dirty="0"/>
              <a:t>         ↓</a:t>
            </a:r>
          </a:p>
          <a:p>
            <a:pPr fontAlgn="base"/>
            <a:r>
              <a:rPr lang="en-US" dirty="0"/>
              <a:t>Mathematical cryptographic operations applied using secret key</a:t>
            </a:r>
          </a:p>
          <a:p>
            <a:pPr marL="0" indent="0" fontAlgn="base">
              <a:buNone/>
            </a:pPr>
            <a:r>
              <a:rPr lang="en-US" dirty="0"/>
              <a:t>         ↓</a:t>
            </a:r>
          </a:p>
          <a:p>
            <a:pPr fontAlgn="base"/>
            <a:r>
              <a:rPr lang="en-US" dirty="0"/>
              <a:t>Encrypted text generated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42672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86097-9FEC-BAED-BB07-BD2C5EA06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Difference From Basic Ciphers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B587E-7CEE-CFDB-08C0-D443CB7BB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fontAlgn="base"/>
            <a:r>
              <a:rPr lang="en-IN" dirty="0"/>
              <a:t>Classical ciphers:</a:t>
            </a:r>
          </a:p>
          <a:p>
            <a:pPr fontAlgn="base"/>
            <a:r>
              <a:rPr lang="en-IN" dirty="0"/>
              <a:t>Caesar cipher</a:t>
            </a:r>
          </a:p>
          <a:p>
            <a:pPr fontAlgn="base"/>
            <a:r>
              <a:rPr lang="en-IN" dirty="0" err="1"/>
              <a:t>Vigenere</a:t>
            </a:r>
            <a:r>
              <a:rPr lang="en-IN" dirty="0"/>
              <a:t> cipher</a:t>
            </a:r>
          </a:p>
          <a:p>
            <a:endParaRPr lang="en-IN" dirty="0"/>
          </a:p>
          <a:p>
            <a:pPr fontAlgn="base"/>
            <a:r>
              <a:rPr lang="en-US" dirty="0"/>
              <a:t>Modern AES encryption:</a:t>
            </a:r>
          </a:p>
          <a:p>
            <a:pPr fontAlgn="base"/>
            <a:r>
              <a:rPr lang="en-US" dirty="0"/>
              <a:t>• Uses binary transformations</a:t>
            </a:r>
          </a:p>
          <a:p>
            <a:pPr fontAlgn="base"/>
            <a:r>
              <a:rPr lang="en-US" dirty="0"/>
              <a:t>• Includes randomness</a:t>
            </a:r>
          </a:p>
          <a:p>
            <a:pPr fontAlgn="base"/>
            <a:r>
              <a:rPr lang="en-US" dirty="0"/>
              <a:t>• Much harder to crack</a:t>
            </a:r>
          </a:p>
          <a:p>
            <a:pPr fontAlgn="base"/>
            <a:r>
              <a:rPr lang="en-US" dirty="0"/>
              <a:t>• Used in real-world secure systems</a:t>
            </a:r>
            <a:r>
              <a:rPr lang="en-IN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17096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63CB5-6539-9C0F-B737-2B833227E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Messaging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712B0-5F8C-29BF-816F-BD31A3B22A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fontAlgn="base">
              <a:buNone/>
            </a:pPr>
            <a:r>
              <a:rPr lang="en-US" dirty="0"/>
              <a:t>Supported messaging:</a:t>
            </a:r>
          </a:p>
          <a:p>
            <a:pPr fontAlgn="base"/>
            <a:r>
              <a:rPr lang="en-US" dirty="0"/>
              <a:t>Broadcast messaging</a:t>
            </a:r>
          </a:p>
          <a:p>
            <a:pPr fontAlgn="base"/>
            <a:r>
              <a:rPr lang="en-US" dirty="0"/>
              <a:t>Private messaging</a:t>
            </a:r>
          </a:p>
          <a:p>
            <a:pPr marL="0" indent="0" fontAlgn="base">
              <a:buNone/>
            </a:pPr>
            <a:br>
              <a:rPr lang="en-US" dirty="0"/>
            </a:br>
            <a:endParaRPr lang="en-US" dirty="0"/>
          </a:p>
          <a:p>
            <a:pPr fontAlgn="base"/>
            <a:r>
              <a:rPr lang="en-US" dirty="0"/>
              <a:t>Examples:</a:t>
            </a:r>
          </a:p>
          <a:p>
            <a:pPr fontAlgn="base"/>
            <a:r>
              <a:rPr lang="en-US" dirty="0"/>
              <a:t>Hello</a:t>
            </a:r>
          </a:p>
          <a:p>
            <a:pPr fontAlgn="base"/>
            <a:r>
              <a:rPr lang="en-US" dirty="0"/>
              <a:t>@Alice Hi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47290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0EEE4-97FB-1BBA-7941-90F3AD685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File Sharing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DDEF46-DE3E-E13B-73DA-A47DDD5DF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fontAlgn="base">
              <a:buNone/>
            </a:pPr>
            <a:r>
              <a:rPr lang="en-US" dirty="0"/>
              <a:t>Supports:</a:t>
            </a:r>
          </a:p>
          <a:p>
            <a:pPr fontAlgn="base"/>
            <a:r>
              <a:rPr lang="en-US" dirty="0"/>
              <a:t>Broadcast file sharing</a:t>
            </a:r>
          </a:p>
          <a:p>
            <a:pPr fontAlgn="base"/>
            <a:r>
              <a:rPr lang="en-US" dirty="0"/>
              <a:t>Private file sharing</a:t>
            </a:r>
            <a:br>
              <a:rPr lang="en-US" dirty="0"/>
            </a:br>
            <a:endParaRPr lang="en-US" dirty="0"/>
          </a:p>
          <a:p>
            <a:pPr marL="0" indent="0" fontAlgn="base">
              <a:buNone/>
            </a:pPr>
            <a:r>
              <a:rPr lang="en-US" dirty="0"/>
              <a:t>Examples:</a:t>
            </a:r>
          </a:p>
          <a:p>
            <a:pPr fontAlgn="base"/>
            <a:r>
              <a:rPr lang="en-US" dirty="0"/>
              <a:t>/send notes.pdf</a:t>
            </a:r>
          </a:p>
          <a:p>
            <a:pPr fontAlgn="base"/>
            <a:r>
              <a:rPr lang="en-US" dirty="0"/>
              <a:t>@Alice /send notes.pdf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1967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D6C73-5104-AD0F-4331-BA832A86C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How File Sharing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2F5E4-7CD1-8CB1-107C-6921ED3DE5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fontAlgn="base">
              <a:buNone/>
            </a:pPr>
            <a:r>
              <a:rPr lang="en-US" dirty="0"/>
              <a:t>1. File is read as binary bytes</a:t>
            </a:r>
          </a:p>
          <a:p>
            <a:pPr marL="0" indent="0" fontAlgn="base">
              <a:buNone/>
            </a:pPr>
            <a:r>
              <a:rPr lang="en-US" dirty="0"/>
              <a:t>2. File data is encrypted</a:t>
            </a:r>
          </a:p>
          <a:p>
            <a:pPr marL="0" indent="0" fontAlgn="base">
              <a:buNone/>
            </a:pPr>
            <a:r>
              <a:rPr lang="en-US" dirty="0"/>
              <a:t>3. Encrypted data sent through TCP socket</a:t>
            </a:r>
          </a:p>
          <a:p>
            <a:pPr marL="0" indent="0" fontAlgn="base">
              <a:buNone/>
            </a:pPr>
            <a:r>
              <a:rPr lang="en-US" dirty="0"/>
              <a:t>4. Receiver decrypts and reconstructs file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01838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FF83C-9645-8E58-522D-3E9259361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Supported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C03658-7230-BA58-6601-AB1F54C1A8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fontAlgn="base">
              <a:buNone/>
            </a:pPr>
            <a:r>
              <a:rPr lang="en-US" dirty="0"/>
              <a:t>Since files are transferred as bytes, the system supports:</a:t>
            </a:r>
          </a:p>
          <a:p>
            <a:pPr fontAlgn="base"/>
            <a:r>
              <a:rPr lang="en-US" dirty="0"/>
              <a:t>DF</a:t>
            </a:r>
          </a:p>
          <a:p>
            <a:pPr fontAlgn="base"/>
            <a:r>
              <a:rPr lang="en-US" dirty="0"/>
              <a:t>images</a:t>
            </a:r>
          </a:p>
          <a:p>
            <a:pPr fontAlgn="base"/>
            <a:r>
              <a:rPr lang="en-US" dirty="0"/>
              <a:t>TXT</a:t>
            </a:r>
          </a:p>
          <a:p>
            <a:pPr fontAlgn="base"/>
            <a:r>
              <a:rPr lang="en-US" dirty="0"/>
              <a:t>DOCX</a:t>
            </a:r>
          </a:p>
          <a:p>
            <a:pPr fontAlgn="base"/>
            <a:r>
              <a:rPr lang="en-US" dirty="0"/>
              <a:t>Code files</a:t>
            </a:r>
          </a:p>
          <a:p>
            <a:pPr fontAlgn="base"/>
            <a:r>
              <a:rPr lang="en-US" dirty="0"/>
              <a:t>Most binary files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84579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DBA6E-D120-B22B-E825-67AC3C54C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Join and Leave Notifications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1AAB2-27EB-5881-6675-FB21CFA382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fontAlgn="base">
              <a:buNone/>
            </a:pPr>
            <a:r>
              <a:rPr lang="en-IN" dirty="0"/>
              <a:t>System automatically shows:</a:t>
            </a:r>
            <a:endParaRPr lang="en-US" dirty="0"/>
          </a:p>
          <a:p>
            <a:pPr fontAlgn="base"/>
            <a:r>
              <a:rPr lang="en-US" dirty="0"/>
              <a:t>[10:42 PM] SYSTEM: Alice joined the chat</a:t>
            </a:r>
          </a:p>
          <a:p>
            <a:pPr fontAlgn="base"/>
            <a:r>
              <a:rPr lang="en-US" dirty="0"/>
              <a:t>[10:45 PM] SYSTEM: Bob left the chat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78066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D0DFB-01C1-B466-79EC-268285587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Online User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3A475B-7FF3-7E8C-7E66-078E31442D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Server maintains live online user list.</a:t>
            </a:r>
          </a:p>
          <a:p>
            <a:pPr marL="0" indent="0" fontAlgn="base">
              <a:buNone/>
            </a:pPr>
            <a:endParaRPr lang="en-US" dirty="0"/>
          </a:p>
          <a:p>
            <a:pPr marL="0" indent="0" fontAlgn="base">
              <a:buNone/>
            </a:pPr>
            <a:r>
              <a:rPr lang="en-US" dirty="0"/>
              <a:t>Features:</a:t>
            </a:r>
          </a:p>
          <a:p>
            <a:pPr fontAlgn="base"/>
            <a:r>
              <a:rPr lang="en-US" dirty="0"/>
              <a:t>Username validation</a:t>
            </a:r>
          </a:p>
          <a:p>
            <a:pPr fontAlgn="base"/>
            <a:r>
              <a:rPr lang="en-US" dirty="0"/>
              <a:t>Duplicate username prevention</a:t>
            </a:r>
          </a:p>
          <a:p>
            <a:pPr fontAlgn="base"/>
            <a:r>
              <a:rPr lang="en-US" dirty="0"/>
              <a:t>Real-time online users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64683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256B7-D60A-376A-A389-15C2F2A5F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Corruption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E6693-636A-1BDF-7E25-5675A070C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Corruption detection is handled using:</a:t>
            </a:r>
          </a:p>
          <a:p>
            <a:pPr fontAlgn="base"/>
            <a:r>
              <a:rPr lang="en-US" dirty="0"/>
              <a:t>TCP checksum verification</a:t>
            </a:r>
          </a:p>
          <a:p>
            <a:pPr fontAlgn="base"/>
            <a:r>
              <a:rPr lang="en-US" dirty="0"/>
              <a:t>Fernet integrity protection</a:t>
            </a:r>
            <a:br>
              <a:rPr lang="en-US" dirty="0"/>
            </a:br>
            <a:endParaRPr lang="en-US" dirty="0"/>
          </a:p>
          <a:p>
            <a:pPr fontAlgn="base"/>
            <a:r>
              <a:rPr lang="en-US" dirty="0"/>
              <a:t>Tampered encrypted data fails during decryption.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27694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724AA-21CD-ABEB-8F6E-8E180E1F2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Corruption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9FCC8-5636-D32B-6A0A-E14FE406D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fontAlgn="base">
              <a:buNone/>
            </a:pPr>
            <a:r>
              <a:rPr lang="en-US" dirty="0"/>
              <a:t>Works on:</a:t>
            </a:r>
          </a:p>
          <a:p>
            <a:pPr fontAlgn="base"/>
            <a:r>
              <a:rPr lang="en-US" dirty="0"/>
              <a:t>Same computer</a:t>
            </a:r>
          </a:p>
          <a:p>
            <a:pPr fontAlgn="base"/>
            <a:r>
              <a:rPr lang="en-US" dirty="0"/>
              <a:t>Multiple computers on same </a:t>
            </a:r>
            <a:r>
              <a:rPr lang="en-US" dirty="0" err="1"/>
              <a:t>WiFi</a:t>
            </a:r>
            <a:r>
              <a:rPr lang="en-US" dirty="0"/>
              <a:t>/LAN</a:t>
            </a:r>
          </a:p>
          <a:p>
            <a:pPr marL="0" indent="0" fontAlgn="base">
              <a:buNone/>
            </a:pPr>
            <a:br>
              <a:rPr lang="en-US" dirty="0"/>
            </a:br>
            <a:endParaRPr lang="en-US" dirty="0"/>
          </a:p>
          <a:p>
            <a:pPr fontAlgn="base"/>
            <a:r>
              <a:rPr lang="en-US" dirty="0"/>
              <a:t>Server binds to:</a:t>
            </a:r>
          </a:p>
          <a:p>
            <a:pPr fontAlgn="base"/>
            <a:r>
              <a:rPr lang="en-US" dirty="0"/>
              <a:t>0.0.0.0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14173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C5A88-8D68-DE8D-896D-62123910D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71CC84-5E08-6D54-D107-945AD3FDCC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fontAlgn="base">
              <a:buNone/>
            </a:pPr>
            <a:r>
              <a:rPr lang="en-US" dirty="0"/>
              <a:t>Current limitations:</a:t>
            </a:r>
          </a:p>
          <a:p>
            <a:pPr fontAlgn="base"/>
            <a:r>
              <a:rPr lang="en-US" dirty="0"/>
              <a:t>Optimized mainly for small/medium files</a:t>
            </a:r>
          </a:p>
          <a:p>
            <a:pPr fontAlgn="base"/>
            <a:r>
              <a:rPr lang="en-US" dirty="0"/>
              <a:t>No cloud deployment</a:t>
            </a:r>
          </a:p>
          <a:p>
            <a:pPr fontAlgn="base"/>
            <a:r>
              <a:rPr lang="en-US" dirty="0"/>
              <a:t>No database storage</a:t>
            </a:r>
          </a:p>
          <a:p>
            <a:pPr marL="0" indent="0" fontAlgn="base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22341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76792-4879-9A39-44FF-42CE55A9F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88183-8F45-CE2E-1329-C9C1089A66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fontAlgn="base">
              <a:buNone/>
            </a:pPr>
            <a:r>
              <a:rPr lang="en-US" dirty="0"/>
              <a:t>Possible upgrades:</a:t>
            </a:r>
          </a:p>
          <a:p>
            <a:pPr fontAlgn="base"/>
            <a:r>
              <a:rPr lang="en-US" dirty="0"/>
              <a:t> GUI interface</a:t>
            </a:r>
          </a:p>
          <a:p>
            <a:pPr fontAlgn="base"/>
            <a:r>
              <a:rPr lang="en-US" dirty="0"/>
              <a:t> Chunk-based large file transfer</a:t>
            </a:r>
          </a:p>
          <a:p>
            <a:pPr fontAlgn="base"/>
            <a:r>
              <a:rPr lang="en-US" dirty="0"/>
              <a:t> Cloud deployment</a:t>
            </a:r>
          </a:p>
          <a:p>
            <a:pPr fontAlgn="base"/>
            <a:r>
              <a:rPr lang="en-US" dirty="0"/>
              <a:t> Authentication system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5278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5ABC1-2CAD-2E17-F91E-4152908E5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579CD-D414-8DA8-9F3B-C27B52C21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dirty="0"/>
              <a:t>This project demonstrates:</a:t>
            </a:r>
          </a:p>
          <a:p>
            <a:pPr fontAlgn="base"/>
            <a:r>
              <a:rPr lang="en-US" dirty="0"/>
              <a:t>Socket programming</a:t>
            </a:r>
          </a:p>
          <a:p>
            <a:pPr fontAlgn="base"/>
            <a:r>
              <a:rPr lang="en-US" dirty="0"/>
              <a:t>Multi-client networking</a:t>
            </a:r>
          </a:p>
          <a:p>
            <a:pPr fontAlgn="base"/>
            <a:r>
              <a:rPr lang="en-US" dirty="0"/>
              <a:t>Encryption concepts</a:t>
            </a:r>
          </a:p>
          <a:p>
            <a:pPr fontAlgn="base"/>
            <a:r>
              <a:rPr lang="en-US" dirty="0"/>
              <a:t>Secure communication</a:t>
            </a:r>
          </a:p>
          <a:p>
            <a:pPr fontAlgn="base"/>
            <a:r>
              <a:rPr lang="en-US" dirty="0"/>
              <a:t>File transfer systems</a:t>
            </a:r>
            <a:br>
              <a:rPr lang="en-US" dirty="0"/>
            </a:br>
            <a:endParaRPr lang="en-US" dirty="0"/>
          </a:p>
          <a:p>
            <a:pPr fontAlgn="base"/>
            <a:r>
              <a:rPr lang="en-US" dirty="0"/>
              <a:t>It combines networking and cybersecurity concepts in a practical application.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8015984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{A8B50F06-ED11-4993-867A-054437EC32C6}TFfb9a325e-b4a8-473d-b025-df086f5ae4937a5f077a-90802770140c</Template>
  <TotalTime>408</TotalTime>
  <Words>503</Words>
  <Application>Microsoft Office PowerPoint</Application>
  <PresentationFormat>Widescreen</PresentationFormat>
  <Paragraphs>138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Gill Sans MT</vt:lpstr>
      <vt:lpstr>Parcel</vt:lpstr>
      <vt:lpstr>Secure Chat Application with Encryption and File Sharing </vt:lpstr>
      <vt:lpstr>Project Overview</vt:lpstr>
      <vt:lpstr>Objectives</vt:lpstr>
      <vt:lpstr>Technologies Used</vt:lpstr>
      <vt:lpstr>architecture</vt:lpstr>
      <vt:lpstr>Why Tcp was used</vt:lpstr>
      <vt:lpstr>threading</vt:lpstr>
      <vt:lpstr>encyption</vt:lpstr>
      <vt:lpstr>How Encryption Works</vt:lpstr>
      <vt:lpstr>Difference From Basic Ciphers</vt:lpstr>
      <vt:lpstr>Messaging Features</vt:lpstr>
      <vt:lpstr>File Sharing</vt:lpstr>
      <vt:lpstr>How File Sharing Works</vt:lpstr>
      <vt:lpstr>Supported Files</vt:lpstr>
      <vt:lpstr>Join and Leave Notifications</vt:lpstr>
      <vt:lpstr>Online User Management</vt:lpstr>
      <vt:lpstr>Corruption detection</vt:lpstr>
      <vt:lpstr>Corruption detection</vt:lpstr>
      <vt:lpstr>limitations</vt:lpstr>
      <vt:lpstr>Future improvements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Dhanvith kumar reddy</dc:creator>
  <cp:lastModifiedBy>Dhanvith kumar reddy</cp:lastModifiedBy>
  <cp:revision>2</cp:revision>
  <dcterms:created xsi:type="dcterms:W3CDTF">2026-05-10T20:23:46Z</dcterms:created>
  <dcterms:modified xsi:type="dcterms:W3CDTF">2026-05-11T03:12:21Z</dcterms:modified>
</cp:coreProperties>
</file>